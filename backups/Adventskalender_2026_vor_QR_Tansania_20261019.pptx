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8" r:id="rId2"/>
  </p:sldIdLst>
  <p:sldSz cx="17279938" cy="12960350"/>
  <p:notesSz cx="6889750" cy="1002188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43F30"/>
    <a:srgbClr val="305164"/>
    <a:srgbClr val="141615"/>
    <a:srgbClr val="315064"/>
    <a:srgbClr val="0091A8"/>
    <a:srgbClr val="0093A6"/>
    <a:srgbClr val="00A6B1"/>
    <a:srgbClr val="00C5C8"/>
    <a:srgbClr val="00BBBF"/>
    <a:srgbClr val="0097A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48A3D1E-1A32-4A3D-9A6A-A10AD1E3BEFC}" v="10" dt="2026-10-19T08:36:25.6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62" d="100"/>
          <a:sy n="62" d="100"/>
        </p:scale>
        <p:origin x="129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 Mandel" userId="52539b07421473cf" providerId="LiveId" clId="{57B4768D-02BE-452A-9D63-8125C7D755DB}"/>
    <pc:docChg chg="undo custSel addSld delSld modSld">
      <pc:chgData name="Chris Mandel" userId="52539b07421473cf" providerId="LiveId" clId="{57B4768D-02BE-452A-9D63-8125C7D755DB}" dt="2026-10-19T08:39:56.134" v="769" actId="404"/>
      <pc:docMkLst>
        <pc:docMk/>
      </pc:docMkLst>
      <pc:sldChg chg="addSp delSp modSp add mod">
        <pc:chgData name="Chris Mandel" userId="52539b07421473cf" providerId="LiveId" clId="{57B4768D-02BE-452A-9D63-8125C7D755DB}" dt="2026-10-19T08:39:56.134" v="769" actId="404"/>
        <pc:sldMkLst>
          <pc:docMk/>
          <pc:sldMk cId="1128670673" sldId="258"/>
        </pc:sldMkLst>
        <pc:spChg chg="add mod ord">
          <ac:chgData name="Chris Mandel" userId="52539b07421473cf" providerId="LiveId" clId="{57B4768D-02BE-452A-9D63-8125C7D755DB}" dt="2026-10-18T16:51:21.060" v="717" actId="1076"/>
          <ac:spMkLst>
            <pc:docMk/>
            <pc:sldMk cId="1128670673" sldId="258"/>
            <ac:spMk id="2" creationId="{FBC1266F-E94B-58CE-1696-863C032E70D2}"/>
          </ac:spMkLst>
        </pc:spChg>
        <pc:spChg chg="add mod">
          <ac:chgData name="Chris Mandel" userId="52539b07421473cf" providerId="LiveId" clId="{57B4768D-02BE-452A-9D63-8125C7D755DB}" dt="2026-10-14T11:01:11.147" v="340" actId="339"/>
          <ac:spMkLst>
            <pc:docMk/>
            <pc:sldMk cId="1128670673" sldId="258"/>
            <ac:spMk id="6" creationId="{897DB717-87C3-CA61-F583-9BFDF10B6ADB}"/>
          </ac:spMkLst>
        </pc:spChg>
        <pc:spChg chg="add mod">
          <ac:chgData name="Chris Mandel" userId="52539b07421473cf" providerId="LiveId" clId="{57B4768D-02BE-452A-9D63-8125C7D755DB}" dt="2026-10-19T08:39:56.134" v="769" actId="404"/>
          <ac:spMkLst>
            <pc:docMk/>
            <pc:sldMk cId="1128670673" sldId="258"/>
            <ac:spMk id="14" creationId="{B07CF5E5-B236-60BF-6DD8-6B1F4ECEE5AA}"/>
          </ac:spMkLst>
        </pc:spChg>
        <pc:spChg chg="add mod">
          <ac:chgData name="Chris Mandel" userId="52539b07421473cf" providerId="LiveId" clId="{57B4768D-02BE-452A-9D63-8125C7D755DB}" dt="2026-10-18T16:44:04.293" v="688" actId="1076"/>
          <ac:spMkLst>
            <pc:docMk/>
            <pc:sldMk cId="1128670673" sldId="258"/>
            <ac:spMk id="25" creationId="{9F10AD10-7D52-3337-B645-BEC5C70A1292}"/>
          </ac:spMkLst>
        </pc:spChg>
        <pc:spChg chg="mod topLvl">
          <ac:chgData name="Chris Mandel" userId="52539b07421473cf" providerId="LiveId" clId="{57B4768D-02BE-452A-9D63-8125C7D755DB}" dt="2026-10-14T08:41:36.093" v="338" actId="2711"/>
          <ac:spMkLst>
            <pc:docMk/>
            <pc:sldMk cId="1128670673" sldId="258"/>
            <ac:spMk id="26" creationId="{90B76C43-DCD2-F5E1-55BE-2E43E4F6F005}"/>
          </ac:spMkLst>
        </pc:spChg>
        <pc:picChg chg="add del mod">
          <ac:chgData name="Chris Mandel" userId="52539b07421473cf" providerId="LiveId" clId="{57B4768D-02BE-452A-9D63-8125C7D755DB}" dt="2026-10-18T16:45:58.808" v="689" actId="478"/>
          <ac:picMkLst>
            <pc:docMk/>
            <pc:sldMk cId="1128670673" sldId="258"/>
            <ac:picMk id="3" creationId="{A3E3DAC6-1CA6-7017-F4AF-2C919E763714}"/>
          </ac:picMkLst>
        </pc:picChg>
        <pc:picChg chg="add mod">
          <ac:chgData name="Chris Mandel" userId="52539b07421473cf" providerId="LiveId" clId="{57B4768D-02BE-452A-9D63-8125C7D755DB}" dt="2026-10-19T08:35:56.855" v="758" actId="1037"/>
          <ac:picMkLst>
            <pc:docMk/>
            <pc:sldMk cId="1128670673" sldId="258"/>
            <ac:picMk id="4" creationId="{CE5C03C9-C55C-FEA7-8A7C-F1FEA2E93532}"/>
          </ac:picMkLst>
        </pc:picChg>
        <pc:picChg chg="add mod modCrop">
          <ac:chgData name="Chris Mandel" userId="52539b07421473cf" providerId="LiveId" clId="{57B4768D-02BE-452A-9D63-8125C7D755DB}" dt="2026-10-18T16:47:21.354" v="697" actId="1076"/>
          <ac:picMkLst>
            <pc:docMk/>
            <pc:sldMk cId="1128670673" sldId="258"/>
            <ac:picMk id="5" creationId="{D3B484EF-74B1-9E4E-AC86-29DE5331C5A9}"/>
          </ac:picMkLst>
        </pc:picChg>
        <pc:picChg chg="add mod">
          <ac:chgData name="Chris Mandel" userId="52539b07421473cf" providerId="LiveId" clId="{57B4768D-02BE-452A-9D63-8125C7D755DB}" dt="2026-10-18T16:39:54.651" v="670" actId="14100"/>
          <ac:picMkLst>
            <pc:docMk/>
            <pc:sldMk cId="1128670673" sldId="258"/>
            <ac:picMk id="7" creationId="{BD576854-2128-F2A9-CE92-D515CDF49C1B}"/>
          </ac:picMkLst>
        </pc:picChg>
        <pc:picChg chg="add del mod">
          <ac:chgData name="Chris Mandel" userId="52539b07421473cf" providerId="LiveId" clId="{57B4768D-02BE-452A-9D63-8125C7D755DB}" dt="2026-10-18T16:26:03.484" v="512" actId="478"/>
          <ac:picMkLst>
            <pc:docMk/>
            <pc:sldMk cId="1128670673" sldId="258"/>
            <ac:picMk id="8" creationId="{9D19733D-C657-B009-8B03-7C274DCDB3B2}"/>
          </ac:picMkLst>
        </pc:picChg>
        <pc:picChg chg="add mod modCrop">
          <ac:chgData name="Chris Mandel" userId="52539b07421473cf" providerId="LiveId" clId="{57B4768D-02BE-452A-9D63-8125C7D755DB}" dt="2026-10-18T16:47:24.872" v="698" actId="1076"/>
          <ac:picMkLst>
            <pc:docMk/>
            <pc:sldMk cId="1128670673" sldId="258"/>
            <ac:picMk id="10" creationId="{5FBFA9A9-F7C1-7195-E789-1063F9647F16}"/>
          </ac:picMkLst>
        </pc:picChg>
        <pc:picChg chg="mod">
          <ac:chgData name="Chris Mandel" userId="52539b07421473cf" providerId="LiveId" clId="{57B4768D-02BE-452A-9D63-8125C7D755DB}" dt="2026-10-18T16:49:39.127" v="715" actId="1076"/>
          <ac:picMkLst>
            <pc:docMk/>
            <pc:sldMk cId="1128670673" sldId="258"/>
            <ac:picMk id="11" creationId="{57AF3AC8-5631-4469-CDE6-10E976A505B0}"/>
          </ac:picMkLst>
        </pc:picChg>
        <pc:picChg chg="add mod modCrop">
          <ac:chgData name="Chris Mandel" userId="52539b07421473cf" providerId="LiveId" clId="{57B4768D-02BE-452A-9D63-8125C7D755DB}" dt="2026-10-19T08:35:48.353" v="748" actId="1076"/>
          <ac:picMkLst>
            <pc:docMk/>
            <pc:sldMk cId="1128670673" sldId="258"/>
            <ac:picMk id="12" creationId="{E46BFDE6-D7A2-5779-82D9-9FCF20F037DA}"/>
          </ac:picMkLst>
        </pc:picChg>
        <pc:picChg chg="add mod">
          <ac:chgData name="Chris Mandel" userId="52539b07421473cf" providerId="LiveId" clId="{57B4768D-02BE-452A-9D63-8125C7D755DB}" dt="2026-10-18T16:29:24.711" v="533" actId="1076"/>
          <ac:picMkLst>
            <pc:docMk/>
            <pc:sldMk cId="1128670673" sldId="258"/>
            <ac:picMk id="15" creationId="{892E314F-A6E2-A8EF-F90D-A968B949CA8D}"/>
          </ac:picMkLst>
        </pc:picChg>
        <pc:picChg chg="add mod">
          <ac:chgData name="Chris Mandel" userId="52539b07421473cf" providerId="LiveId" clId="{57B4768D-02BE-452A-9D63-8125C7D755DB}" dt="2026-10-19T08:35:52.961" v="751" actId="1037"/>
          <ac:picMkLst>
            <pc:docMk/>
            <pc:sldMk cId="1128670673" sldId="258"/>
            <ac:picMk id="16" creationId="{C8EC3E1B-C152-AF6D-ECBC-BA1FD4F7DF74}"/>
          </ac:picMkLst>
        </pc:picChg>
        <pc:picChg chg="mod">
          <ac:chgData name="Chris Mandel" userId="52539b07421473cf" providerId="LiveId" clId="{57B4768D-02BE-452A-9D63-8125C7D755DB}" dt="2026-10-18T16:42:58.419" v="673" actId="1076"/>
          <ac:picMkLst>
            <pc:docMk/>
            <pc:sldMk cId="1128670673" sldId="258"/>
            <ac:picMk id="17" creationId="{DC10E89E-8C80-75FD-F5E6-31CB81547DD6}"/>
          </ac:picMkLst>
        </pc:picChg>
        <pc:picChg chg="add mod">
          <ac:chgData name="Chris Mandel" userId="52539b07421473cf" providerId="LiveId" clId="{57B4768D-02BE-452A-9D63-8125C7D755DB}" dt="2026-10-18T16:39:50.258" v="669" actId="1076"/>
          <ac:picMkLst>
            <pc:docMk/>
            <pc:sldMk cId="1128670673" sldId="258"/>
            <ac:picMk id="19" creationId="{454A7441-C71F-D322-8167-AF69FD75C59F}"/>
          </ac:picMkLst>
        </pc:picChg>
        <pc:picChg chg="add mod">
          <ac:chgData name="Chris Mandel" userId="52539b07421473cf" providerId="LiveId" clId="{57B4768D-02BE-452A-9D63-8125C7D755DB}" dt="2026-10-18T16:26:16.824" v="513" actId="1076"/>
          <ac:picMkLst>
            <pc:docMk/>
            <pc:sldMk cId="1128670673" sldId="258"/>
            <ac:picMk id="20" creationId="{09EBF82F-F164-86E7-05BE-4D58CD223F9E}"/>
          </ac:picMkLst>
        </pc:picChg>
        <pc:picChg chg="add mod modCrop">
          <ac:chgData name="Chris Mandel" userId="52539b07421473cf" providerId="LiveId" clId="{57B4768D-02BE-452A-9D63-8125C7D755DB}" dt="2026-10-18T16:51:12.406" v="716" actId="1076"/>
          <ac:picMkLst>
            <pc:docMk/>
            <pc:sldMk cId="1128670673" sldId="258"/>
            <ac:picMk id="22" creationId="{556C0806-C415-D99B-2439-1C99B2859E28}"/>
          </ac:picMkLst>
        </pc:picChg>
        <pc:picChg chg="add mod">
          <ac:chgData name="Chris Mandel" userId="52539b07421473cf" providerId="LiveId" clId="{57B4768D-02BE-452A-9D63-8125C7D755DB}" dt="2026-10-18T16:33:24.963" v="560" actId="14100"/>
          <ac:picMkLst>
            <pc:docMk/>
            <pc:sldMk cId="1128670673" sldId="258"/>
            <ac:picMk id="24" creationId="{5EB0CEAE-236E-A9E2-54C0-B67244854E35}"/>
          </ac:picMkLst>
        </pc:picChg>
        <pc:picChg chg="add mod modCrop">
          <ac:chgData name="Chris Mandel" userId="52539b07421473cf" providerId="LiveId" clId="{57B4768D-02BE-452A-9D63-8125C7D755DB}" dt="2026-10-18T16:29:48.110" v="536" actId="14100"/>
          <ac:picMkLst>
            <pc:docMk/>
            <pc:sldMk cId="1128670673" sldId="258"/>
            <ac:picMk id="27" creationId="{70C0E932-6E13-D9BD-1424-89BECE47AF92}"/>
          </ac:picMkLst>
        </pc:picChg>
        <pc:picChg chg="mod topLvl">
          <ac:chgData name="Chris Mandel" userId="52539b07421473cf" providerId="LiveId" clId="{57B4768D-02BE-452A-9D63-8125C7D755DB}" dt="2026-10-13T11:50:58.786" v="261" actId="1582"/>
          <ac:picMkLst>
            <pc:docMk/>
            <pc:sldMk cId="1128670673" sldId="258"/>
            <ac:picMk id="29" creationId="{9D8583D5-BB6F-2E41-DDAF-76DDDB14BC63}"/>
          </ac:picMkLst>
        </pc:picChg>
        <pc:picChg chg="add mod">
          <ac:chgData name="Chris Mandel" userId="52539b07421473cf" providerId="LiveId" clId="{57B4768D-02BE-452A-9D63-8125C7D755DB}" dt="2026-10-14T08:35:32.389" v="314" actId="14100"/>
          <ac:picMkLst>
            <pc:docMk/>
            <pc:sldMk cId="1128670673" sldId="258"/>
            <ac:picMk id="30" creationId="{A357C826-B42D-C9F7-51BD-78663057E1CF}"/>
          </ac:picMkLst>
        </pc:picChg>
        <pc:picChg chg="add mod modCrop">
          <ac:chgData name="Chris Mandel" userId="52539b07421473cf" providerId="LiveId" clId="{57B4768D-02BE-452A-9D63-8125C7D755DB}" dt="2026-10-19T08:36:25.599" v="761" actId="339"/>
          <ac:picMkLst>
            <pc:docMk/>
            <pc:sldMk cId="1128670673" sldId="258"/>
            <ac:picMk id="31" creationId="{2D537371-26E0-1DD3-AD1E-D6AF7A7B9F57}"/>
          </ac:picMkLst>
        </pc:picChg>
        <pc:picChg chg="add mod">
          <ac:chgData name="Chris Mandel" userId="52539b07421473cf" providerId="LiveId" clId="{57B4768D-02BE-452A-9D63-8125C7D755DB}" dt="2026-10-14T11:05:53.687" v="351" actId="1076"/>
          <ac:picMkLst>
            <pc:docMk/>
            <pc:sldMk cId="1128670673" sldId="258"/>
            <ac:picMk id="32" creationId="{27A7ACC2-4A21-5E15-264A-AAC1E9B1BC60}"/>
          </ac:picMkLst>
        </pc:picChg>
        <pc:picChg chg="add mod">
          <ac:chgData name="Chris Mandel" userId="52539b07421473cf" providerId="LiveId" clId="{57B4768D-02BE-452A-9D63-8125C7D755DB}" dt="2026-10-14T08:35:24.954" v="313" actId="1035"/>
          <ac:picMkLst>
            <pc:docMk/>
            <pc:sldMk cId="1128670673" sldId="258"/>
            <ac:picMk id="34" creationId="{156EF03D-4FC0-F37E-6F42-5C8C6D32B7DB}"/>
          </ac:picMkLst>
        </pc:picChg>
        <pc:picChg chg="add mod modCrop">
          <ac:chgData name="Chris Mandel" userId="52539b07421473cf" providerId="LiveId" clId="{57B4768D-02BE-452A-9D63-8125C7D755DB}" dt="2026-10-18T16:57:01.026" v="741" actId="14100"/>
          <ac:picMkLst>
            <pc:docMk/>
            <pc:sldMk cId="1128670673" sldId="258"/>
            <ac:picMk id="35" creationId="{7C420C61-5421-9388-DBF0-0B89640C4265}"/>
          </ac:picMkLst>
        </pc:picChg>
        <pc:picChg chg="add mod">
          <ac:chgData name="Chris Mandel" userId="52539b07421473cf" providerId="LiveId" clId="{57B4768D-02BE-452A-9D63-8125C7D755DB}" dt="2026-10-18T16:38:29.860" v="664" actId="1076"/>
          <ac:picMkLst>
            <pc:docMk/>
            <pc:sldMk cId="1128670673" sldId="258"/>
            <ac:picMk id="36" creationId="{CA59A003-AFBC-28A4-84AC-1F4076444FA2}"/>
          </ac:picMkLst>
        </pc:picChg>
        <pc:picChg chg="add mod">
          <ac:chgData name="Chris Mandel" userId="52539b07421473cf" providerId="LiveId" clId="{57B4768D-02BE-452A-9D63-8125C7D755DB}" dt="2026-10-17T19:00:07.524" v="481" actId="14100"/>
          <ac:picMkLst>
            <pc:docMk/>
            <pc:sldMk cId="1128670673" sldId="258"/>
            <ac:picMk id="38" creationId="{436F870F-8E91-6B5A-7713-0D1BD1A28573}"/>
          </ac:picMkLst>
        </pc:picChg>
        <pc:picChg chg="add mod modCrop">
          <ac:chgData name="Chris Mandel" userId="52539b07421473cf" providerId="LiveId" clId="{57B4768D-02BE-452A-9D63-8125C7D755DB}" dt="2026-10-18T16:56:48.659" v="740" actId="14100"/>
          <ac:picMkLst>
            <pc:docMk/>
            <pc:sldMk cId="1128670673" sldId="258"/>
            <ac:picMk id="39" creationId="{225C8401-99FF-2FA7-6522-B3DF3B3298CF}"/>
          </ac:picMkLst>
        </pc:picChg>
        <pc:picChg chg="add mod modCrop">
          <ac:chgData name="Chris Mandel" userId="52539b07421473cf" providerId="LiveId" clId="{57B4768D-02BE-452A-9D63-8125C7D755DB}" dt="2026-10-17T19:03:26.335" v="482" actId="1076"/>
          <ac:picMkLst>
            <pc:docMk/>
            <pc:sldMk cId="1128670673" sldId="258"/>
            <ac:picMk id="40" creationId="{9996570A-87EC-57C0-7811-D242C16F4072}"/>
          </ac:picMkLst>
        </pc:picChg>
        <pc:picChg chg="add del mod">
          <ac:chgData name="Chris Mandel" userId="52539b07421473cf" providerId="LiveId" clId="{57B4768D-02BE-452A-9D63-8125C7D755DB}" dt="2026-10-18T16:30:32.649" v="542" actId="478"/>
          <ac:picMkLst>
            <pc:docMk/>
            <pc:sldMk cId="1128670673" sldId="258"/>
            <ac:picMk id="42" creationId="{940A512F-DB56-8795-C1E9-2DB082BE9258}"/>
          </ac:picMkLst>
        </pc:picChg>
        <pc:picChg chg="add mod">
          <ac:chgData name="Chris Mandel" userId="52539b07421473cf" providerId="LiveId" clId="{57B4768D-02BE-452A-9D63-8125C7D755DB}" dt="2026-10-14T08:35:53.021" v="323" actId="1038"/>
          <ac:picMkLst>
            <pc:docMk/>
            <pc:sldMk cId="1128670673" sldId="258"/>
            <ac:picMk id="44" creationId="{427BCCC0-146C-69CF-DE64-033BBCA7A560}"/>
          </ac:picMkLst>
        </pc:picChg>
        <pc:picChg chg="add mod">
          <ac:chgData name="Chris Mandel" userId="52539b07421473cf" providerId="LiveId" clId="{57B4768D-02BE-452A-9D63-8125C7D755DB}" dt="2026-10-18T16:58:05.969" v="745" actId="1076"/>
          <ac:picMkLst>
            <pc:docMk/>
            <pc:sldMk cId="1128670673" sldId="258"/>
            <ac:picMk id="46" creationId="{0ECE96AD-EFC0-6707-FE02-BD34782169D8}"/>
          </ac:picMkLst>
        </pc:picChg>
        <pc:picChg chg="add mod">
          <ac:chgData name="Chris Mandel" userId="52539b07421473cf" providerId="LiveId" clId="{57B4768D-02BE-452A-9D63-8125C7D755DB}" dt="2026-10-13T11:52:17.161" v="272" actId="14100"/>
          <ac:picMkLst>
            <pc:docMk/>
            <pc:sldMk cId="1128670673" sldId="258"/>
            <ac:picMk id="48" creationId="{7C99FC60-53A9-7914-B349-EEE14830228F}"/>
          </ac:picMkLst>
        </pc:picChg>
        <pc:picChg chg="add mod">
          <ac:chgData name="Chris Mandel" userId="52539b07421473cf" providerId="LiveId" clId="{57B4768D-02BE-452A-9D63-8125C7D755DB}" dt="2026-10-18T16:29:08.142" v="530" actId="1076"/>
          <ac:picMkLst>
            <pc:docMk/>
            <pc:sldMk cId="1128670673" sldId="258"/>
            <ac:picMk id="50" creationId="{29E84B17-A2D6-A345-6769-C89048B8716D}"/>
          </ac:picMkLst>
        </pc:picChg>
        <pc:cxnChg chg="add mod">
          <ac:chgData name="Chris Mandel" userId="52539b07421473cf" providerId="LiveId" clId="{57B4768D-02BE-452A-9D63-8125C7D755DB}" dt="2026-10-18T16:37:42.568" v="660" actId="208"/>
          <ac:cxnSpMkLst>
            <pc:docMk/>
            <pc:sldMk cId="1128670673" sldId="258"/>
            <ac:cxnSpMk id="21" creationId="{6DC791BF-0778-9EAD-0117-BAC3D249E1D1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6088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902075" y="0"/>
            <a:ext cx="2986088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36262F-B212-4563-AC97-2AD714F4F942}" type="datetimeFigureOut">
              <a:rPr lang="de-DE" smtClean="0"/>
              <a:t>19.10.2026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189038" y="1252538"/>
            <a:ext cx="4511675" cy="3382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8975" y="4822825"/>
            <a:ext cx="5511800" cy="39465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520238"/>
            <a:ext cx="2986088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902075" y="9520238"/>
            <a:ext cx="2986088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BC7E29-C458-424B-BE24-9943ABF8281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12394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BC7E29-C458-424B-BE24-9943ABF82813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472798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5996" y="2121058"/>
            <a:ext cx="14687947" cy="4512122"/>
          </a:xfrm>
        </p:spPr>
        <p:txBody>
          <a:bodyPr anchor="b"/>
          <a:lstStyle>
            <a:lvl1pPr algn="ctr">
              <a:defRPr sz="11339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59992" y="6807185"/>
            <a:ext cx="12959954" cy="3129084"/>
          </a:xfrm>
        </p:spPr>
        <p:txBody>
          <a:bodyPr/>
          <a:lstStyle>
            <a:lvl1pPr marL="0" indent="0" algn="ctr">
              <a:buNone/>
              <a:defRPr sz="4536"/>
            </a:lvl1pPr>
            <a:lvl2pPr marL="864017" indent="0" algn="ctr">
              <a:buNone/>
              <a:defRPr sz="3780"/>
            </a:lvl2pPr>
            <a:lvl3pPr marL="1728033" indent="0" algn="ctr">
              <a:buNone/>
              <a:defRPr sz="3402"/>
            </a:lvl3pPr>
            <a:lvl4pPr marL="2592050" indent="0" algn="ctr">
              <a:buNone/>
              <a:defRPr sz="3024"/>
            </a:lvl4pPr>
            <a:lvl5pPr marL="3456066" indent="0" algn="ctr">
              <a:buNone/>
              <a:defRPr sz="3024"/>
            </a:lvl5pPr>
            <a:lvl6pPr marL="4320083" indent="0" algn="ctr">
              <a:buNone/>
              <a:defRPr sz="3024"/>
            </a:lvl6pPr>
            <a:lvl7pPr marL="5184099" indent="0" algn="ctr">
              <a:buNone/>
              <a:defRPr sz="3024"/>
            </a:lvl7pPr>
            <a:lvl8pPr marL="6048116" indent="0" algn="ctr">
              <a:buNone/>
              <a:defRPr sz="3024"/>
            </a:lvl8pPr>
            <a:lvl9pPr marL="6912132" indent="0" algn="ctr">
              <a:buNone/>
              <a:defRPr sz="3024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E0654-5F95-4511-BD78-0FC18E4E8C41}" type="datetimeFigureOut">
              <a:rPr lang="de-DE" smtClean="0"/>
              <a:t>19.10.2026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C4506-872F-4143-B92C-AEAFE7B1757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189628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E0654-5F95-4511-BD78-0FC18E4E8C41}" type="datetimeFigureOut">
              <a:rPr lang="de-DE" smtClean="0"/>
              <a:t>19.10.2026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C4506-872F-4143-B92C-AEAFE7B1757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62027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8996" y="3231091"/>
            <a:ext cx="14903947" cy="5391145"/>
          </a:xfrm>
        </p:spPr>
        <p:txBody>
          <a:bodyPr anchor="b"/>
          <a:lstStyle>
            <a:lvl1pPr>
              <a:defRPr sz="11339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8996" y="8673238"/>
            <a:ext cx="14903947" cy="2835076"/>
          </a:xfrm>
        </p:spPr>
        <p:txBody>
          <a:bodyPr/>
          <a:lstStyle>
            <a:lvl1pPr marL="0" indent="0">
              <a:buNone/>
              <a:defRPr sz="4536">
                <a:solidFill>
                  <a:schemeClr val="tx1">
                    <a:tint val="82000"/>
                  </a:schemeClr>
                </a:solidFill>
              </a:defRPr>
            </a:lvl1pPr>
            <a:lvl2pPr marL="864017" indent="0">
              <a:buNone/>
              <a:defRPr sz="3780">
                <a:solidFill>
                  <a:schemeClr val="tx1">
                    <a:tint val="82000"/>
                  </a:schemeClr>
                </a:solidFill>
              </a:defRPr>
            </a:lvl2pPr>
            <a:lvl3pPr marL="1728033" indent="0">
              <a:buNone/>
              <a:defRPr sz="3402">
                <a:solidFill>
                  <a:schemeClr val="tx1">
                    <a:tint val="82000"/>
                  </a:schemeClr>
                </a:solidFill>
              </a:defRPr>
            </a:lvl3pPr>
            <a:lvl4pPr marL="2592050" indent="0">
              <a:buNone/>
              <a:defRPr sz="3024">
                <a:solidFill>
                  <a:schemeClr val="tx1">
                    <a:tint val="82000"/>
                  </a:schemeClr>
                </a:solidFill>
              </a:defRPr>
            </a:lvl4pPr>
            <a:lvl5pPr marL="3456066" indent="0">
              <a:buNone/>
              <a:defRPr sz="3024">
                <a:solidFill>
                  <a:schemeClr val="tx1">
                    <a:tint val="82000"/>
                  </a:schemeClr>
                </a:solidFill>
              </a:defRPr>
            </a:lvl5pPr>
            <a:lvl6pPr marL="4320083" indent="0">
              <a:buNone/>
              <a:defRPr sz="3024">
                <a:solidFill>
                  <a:schemeClr val="tx1">
                    <a:tint val="82000"/>
                  </a:schemeClr>
                </a:solidFill>
              </a:defRPr>
            </a:lvl6pPr>
            <a:lvl7pPr marL="5184099" indent="0">
              <a:buNone/>
              <a:defRPr sz="3024">
                <a:solidFill>
                  <a:schemeClr val="tx1">
                    <a:tint val="82000"/>
                  </a:schemeClr>
                </a:solidFill>
              </a:defRPr>
            </a:lvl7pPr>
            <a:lvl8pPr marL="6048116" indent="0">
              <a:buNone/>
              <a:defRPr sz="3024">
                <a:solidFill>
                  <a:schemeClr val="tx1">
                    <a:tint val="82000"/>
                  </a:schemeClr>
                </a:solidFill>
              </a:defRPr>
            </a:lvl8pPr>
            <a:lvl9pPr marL="6912132" indent="0">
              <a:buNone/>
              <a:defRPr sz="302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E0654-5F95-4511-BD78-0FC18E4E8C41}" type="datetimeFigureOut">
              <a:rPr lang="de-DE" smtClean="0"/>
              <a:t>19.10.2026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C4506-872F-4143-B92C-AEAFE7B1757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47508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87996" y="3450093"/>
            <a:ext cx="7343974" cy="822322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747968" y="3450093"/>
            <a:ext cx="7343974" cy="822322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E0654-5F95-4511-BD78-0FC18E4E8C41}" type="datetimeFigureOut">
              <a:rPr lang="de-DE" smtClean="0"/>
              <a:t>19.10.2026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C4506-872F-4143-B92C-AEAFE7B1757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70424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0246" y="690021"/>
            <a:ext cx="14903947" cy="2505069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90248" y="3177087"/>
            <a:ext cx="7310223" cy="1557041"/>
          </a:xfrm>
        </p:spPr>
        <p:txBody>
          <a:bodyPr anchor="b"/>
          <a:lstStyle>
            <a:lvl1pPr marL="0" indent="0">
              <a:buNone/>
              <a:defRPr sz="4536" b="1"/>
            </a:lvl1pPr>
            <a:lvl2pPr marL="864017" indent="0">
              <a:buNone/>
              <a:defRPr sz="3780" b="1"/>
            </a:lvl2pPr>
            <a:lvl3pPr marL="1728033" indent="0">
              <a:buNone/>
              <a:defRPr sz="3402" b="1"/>
            </a:lvl3pPr>
            <a:lvl4pPr marL="2592050" indent="0">
              <a:buNone/>
              <a:defRPr sz="3024" b="1"/>
            </a:lvl4pPr>
            <a:lvl5pPr marL="3456066" indent="0">
              <a:buNone/>
              <a:defRPr sz="3024" b="1"/>
            </a:lvl5pPr>
            <a:lvl6pPr marL="4320083" indent="0">
              <a:buNone/>
              <a:defRPr sz="3024" b="1"/>
            </a:lvl6pPr>
            <a:lvl7pPr marL="5184099" indent="0">
              <a:buNone/>
              <a:defRPr sz="3024" b="1"/>
            </a:lvl7pPr>
            <a:lvl8pPr marL="6048116" indent="0">
              <a:buNone/>
              <a:defRPr sz="3024" b="1"/>
            </a:lvl8pPr>
            <a:lvl9pPr marL="6912132" indent="0">
              <a:buNone/>
              <a:defRPr sz="3024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90248" y="4734128"/>
            <a:ext cx="7310223" cy="696318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747970" y="3177087"/>
            <a:ext cx="7346224" cy="1557041"/>
          </a:xfrm>
        </p:spPr>
        <p:txBody>
          <a:bodyPr anchor="b"/>
          <a:lstStyle>
            <a:lvl1pPr marL="0" indent="0">
              <a:buNone/>
              <a:defRPr sz="4536" b="1"/>
            </a:lvl1pPr>
            <a:lvl2pPr marL="864017" indent="0">
              <a:buNone/>
              <a:defRPr sz="3780" b="1"/>
            </a:lvl2pPr>
            <a:lvl3pPr marL="1728033" indent="0">
              <a:buNone/>
              <a:defRPr sz="3402" b="1"/>
            </a:lvl3pPr>
            <a:lvl4pPr marL="2592050" indent="0">
              <a:buNone/>
              <a:defRPr sz="3024" b="1"/>
            </a:lvl4pPr>
            <a:lvl5pPr marL="3456066" indent="0">
              <a:buNone/>
              <a:defRPr sz="3024" b="1"/>
            </a:lvl5pPr>
            <a:lvl6pPr marL="4320083" indent="0">
              <a:buNone/>
              <a:defRPr sz="3024" b="1"/>
            </a:lvl6pPr>
            <a:lvl7pPr marL="5184099" indent="0">
              <a:buNone/>
              <a:defRPr sz="3024" b="1"/>
            </a:lvl7pPr>
            <a:lvl8pPr marL="6048116" indent="0">
              <a:buNone/>
              <a:defRPr sz="3024" b="1"/>
            </a:lvl8pPr>
            <a:lvl9pPr marL="6912132" indent="0">
              <a:buNone/>
              <a:defRPr sz="3024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747970" y="4734128"/>
            <a:ext cx="7346224" cy="696318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E0654-5F95-4511-BD78-0FC18E4E8C41}" type="datetimeFigureOut">
              <a:rPr lang="de-DE" smtClean="0"/>
              <a:t>19.10.2026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C4506-872F-4143-B92C-AEAFE7B1757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77209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E0654-5F95-4511-BD78-0FC18E4E8C41}" type="datetimeFigureOut">
              <a:rPr lang="de-DE" smtClean="0"/>
              <a:t>19.10.2026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C4506-872F-4143-B92C-AEAFE7B1757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71991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E0654-5F95-4511-BD78-0FC18E4E8C41}" type="datetimeFigureOut">
              <a:rPr lang="de-DE" smtClean="0"/>
              <a:t>19.10.2026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C4506-872F-4143-B92C-AEAFE7B1757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184481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0246" y="864023"/>
            <a:ext cx="5573230" cy="3024082"/>
          </a:xfrm>
        </p:spPr>
        <p:txBody>
          <a:bodyPr anchor="b"/>
          <a:lstStyle>
            <a:lvl1pPr>
              <a:defRPr sz="6047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46224" y="1866053"/>
            <a:ext cx="8747969" cy="9210249"/>
          </a:xfrm>
        </p:spPr>
        <p:txBody>
          <a:bodyPr/>
          <a:lstStyle>
            <a:lvl1pPr>
              <a:defRPr sz="6047"/>
            </a:lvl1pPr>
            <a:lvl2pPr>
              <a:defRPr sz="5291"/>
            </a:lvl2pPr>
            <a:lvl3pPr>
              <a:defRPr sz="4536"/>
            </a:lvl3pPr>
            <a:lvl4pPr>
              <a:defRPr sz="3780"/>
            </a:lvl4pPr>
            <a:lvl5pPr>
              <a:defRPr sz="3780"/>
            </a:lvl5pPr>
            <a:lvl6pPr>
              <a:defRPr sz="3780"/>
            </a:lvl6pPr>
            <a:lvl7pPr>
              <a:defRPr sz="3780"/>
            </a:lvl7pPr>
            <a:lvl8pPr>
              <a:defRPr sz="3780"/>
            </a:lvl8pPr>
            <a:lvl9pPr>
              <a:defRPr sz="378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0246" y="3888105"/>
            <a:ext cx="5573230" cy="7203195"/>
          </a:xfrm>
        </p:spPr>
        <p:txBody>
          <a:bodyPr/>
          <a:lstStyle>
            <a:lvl1pPr marL="0" indent="0">
              <a:buNone/>
              <a:defRPr sz="3024"/>
            </a:lvl1pPr>
            <a:lvl2pPr marL="864017" indent="0">
              <a:buNone/>
              <a:defRPr sz="2646"/>
            </a:lvl2pPr>
            <a:lvl3pPr marL="1728033" indent="0">
              <a:buNone/>
              <a:defRPr sz="2268"/>
            </a:lvl3pPr>
            <a:lvl4pPr marL="2592050" indent="0">
              <a:buNone/>
              <a:defRPr sz="1890"/>
            </a:lvl4pPr>
            <a:lvl5pPr marL="3456066" indent="0">
              <a:buNone/>
              <a:defRPr sz="1890"/>
            </a:lvl5pPr>
            <a:lvl6pPr marL="4320083" indent="0">
              <a:buNone/>
              <a:defRPr sz="1890"/>
            </a:lvl6pPr>
            <a:lvl7pPr marL="5184099" indent="0">
              <a:buNone/>
              <a:defRPr sz="1890"/>
            </a:lvl7pPr>
            <a:lvl8pPr marL="6048116" indent="0">
              <a:buNone/>
              <a:defRPr sz="1890"/>
            </a:lvl8pPr>
            <a:lvl9pPr marL="6912132" indent="0">
              <a:buNone/>
              <a:defRPr sz="189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E0654-5F95-4511-BD78-0FC18E4E8C41}" type="datetimeFigureOut">
              <a:rPr lang="de-DE" smtClean="0"/>
              <a:t>19.10.2026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C4506-872F-4143-B92C-AEAFE7B1757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853549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0246" y="864023"/>
            <a:ext cx="5573230" cy="3024082"/>
          </a:xfrm>
        </p:spPr>
        <p:txBody>
          <a:bodyPr anchor="b"/>
          <a:lstStyle>
            <a:lvl1pPr>
              <a:defRPr sz="6047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46224" y="1866053"/>
            <a:ext cx="8747969" cy="9210249"/>
          </a:xfrm>
        </p:spPr>
        <p:txBody>
          <a:bodyPr anchor="t"/>
          <a:lstStyle>
            <a:lvl1pPr marL="0" indent="0">
              <a:buNone/>
              <a:defRPr sz="6047"/>
            </a:lvl1pPr>
            <a:lvl2pPr marL="864017" indent="0">
              <a:buNone/>
              <a:defRPr sz="5291"/>
            </a:lvl2pPr>
            <a:lvl3pPr marL="1728033" indent="0">
              <a:buNone/>
              <a:defRPr sz="4536"/>
            </a:lvl3pPr>
            <a:lvl4pPr marL="2592050" indent="0">
              <a:buNone/>
              <a:defRPr sz="3780"/>
            </a:lvl4pPr>
            <a:lvl5pPr marL="3456066" indent="0">
              <a:buNone/>
              <a:defRPr sz="3780"/>
            </a:lvl5pPr>
            <a:lvl6pPr marL="4320083" indent="0">
              <a:buNone/>
              <a:defRPr sz="3780"/>
            </a:lvl6pPr>
            <a:lvl7pPr marL="5184099" indent="0">
              <a:buNone/>
              <a:defRPr sz="3780"/>
            </a:lvl7pPr>
            <a:lvl8pPr marL="6048116" indent="0">
              <a:buNone/>
              <a:defRPr sz="3780"/>
            </a:lvl8pPr>
            <a:lvl9pPr marL="6912132" indent="0">
              <a:buNone/>
              <a:defRPr sz="378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0246" y="3888105"/>
            <a:ext cx="5573230" cy="7203195"/>
          </a:xfrm>
        </p:spPr>
        <p:txBody>
          <a:bodyPr/>
          <a:lstStyle>
            <a:lvl1pPr marL="0" indent="0">
              <a:buNone/>
              <a:defRPr sz="3024"/>
            </a:lvl1pPr>
            <a:lvl2pPr marL="864017" indent="0">
              <a:buNone/>
              <a:defRPr sz="2646"/>
            </a:lvl2pPr>
            <a:lvl3pPr marL="1728033" indent="0">
              <a:buNone/>
              <a:defRPr sz="2268"/>
            </a:lvl3pPr>
            <a:lvl4pPr marL="2592050" indent="0">
              <a:buNone/>
              <a:defRPr sz="1890"/>
            </a:lvl4pPr>
            <a:lvl5pPr marL="3456066" indent="0">
              <a:buNone/>
              <a:defRPr sz="1890"/>
            </a:lvl5pPr>
            <a:lvl6pPr marL="4320083" indent="0">
              <a:buNone/>
              <a:defRPr sz="1890"/>
            </a:lvl6pPr>
            <a:lvl7pPr marL="5184099" indent="0">
              <a:buNone/>
              <a:defRPr sz="1890"/>
            </a:lvl7pPr>
            <a:lvl8pPr marL="6048116" indent="0">
              <a:buNone/>
              <a:defRPr sz="1890"/>
            </a:lvl8pPr>
            <a:lvl9pPr marL="6912132" indent="0">
              <a:buNone/>
              <a:defRPr sz="189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E0654-5F95-4511-BD78-0FC18E4E8C41}" type="datetimeFigureOut">
              <a:rPr lang="de-DE" smtClean="0"/>
              <a:t>19.10.2026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C4506-872F-4143-B92C-AEAFE7B1757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60995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E0654-5F95-4511-BD78-0FC18E4E8C41}" type="datetimeFigureOut">
              <a:rPr lang="de-DE" smtClean="0"/>
              <a:t>19.10.2026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C4506-872F-4143-B92C-AEAFE7B1757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00036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365956" y="690018"/>
            <a:ext cx="3725987" cy="1098329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87997" y="690018"/>
            <a:ext cx="10961961" cy="1098329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E0654-5F95-4511-BD78-0FC18E4E8C41}" type="datetimeFigureOut">
              <a:rPr lang="de-DE" smtClean="0"/>
              <a:t>19.10.2026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C4506-872F-4143-B92C-AEAFE7B1757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609828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87996" y="690021"/>
            <a:ext cx="14903947" cy="25050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87996" y="3450093"/>
            <a:ext cx="14903947" cy="82232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87996" y="12012327"/>
            <a:ext cx="3887986" cy="6900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26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CE0654-5F95-4511-BD78-0FC18E4E8C41}" type="datetimeFigureOut">
              <a:rPr lang="de-DE" smtClean="0"/>
              <a:t>19.10.2026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723980" y="12012327"/>
            <a:ext cx="5831979" cy="6900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26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203956" y="12012327"/>
            <a:ext cx="3887986" cy="6900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26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6C4506-872F-4143-B92C-AEAFE7B1757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353653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728033" rtl="0" eaLnBrk="1" latinLnBrk="0" hangingPunct="1">
        <a:lnSpc>
          <a:spcPct val="90000"/>
        </a:lnSpc>
        <a:spcBef>
          <a:spcPct val="0"/>
        </a:spcBef>
        <a:buNone/>
        <a:defRPr sz="83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32008" indent="-432008" algn="l" defTabSz="1728033" rtl="0" eaLnBrk="1" latinLnBrk="0" hangingPunct="1">
        <a:lnSpc>
          <a:spcPct val="90000"/>
        </a:lnSpc>
        <a:spcBef>
          <a:spcPts val="1890"/>
        </a:spcBef>
        <a:buFont typeface="Arial" panose="020B0604020202020204" pitchFamily="34" charset="0"/>
        <a:buChar char="•"/>
        <a:defRPr sz="5291" kern="1200">
          <a:solidFill>
            <a:schemeClr val="tx1"/>
          </a:solidFill>
          <a:latin typeface="+mn-lt"/>
          <a:ea typeface="+mn-ea"/>
          <a:cs typeface="+mn-cs"/>
        </a:defRPr>
      </a:lvl1pPr>
      <a:lvl2pPr marL="1296025" indent="-432008" algn="l" defTabSz="1728033" rtl="0" eaLnBrk="1" latinLnBrk="0" hangingPunct="1">
        <a:lnSpc>
          <a:spcPct val="90000"/>
        </a:lnSpc>
        <a:spcBef>
          <a:spcPts val="945"/>
        </a:spcBef>
        <a:buFont typeface="Arial" panose="020B0604020202020204" pitchFamily="34" charset="0"/>
        <a:buChar char="•"/>
        <a:defRPr sz="4536" kern="1200">
          <a:solidFill>
            <a:schemeClr val="tx1"/>
          </a:solidFill>
          <a:latin typeface="+mn-lt"/>
          <a:ea typeface="+mn-ea"/>
          <a:cs typeface="+mn-cs"/>
        </a:defRPr>
      </a:lvl2pPr>
      <a:lvl3pPr marL="2160041" indent="-432008" algn="l" defTabSz="1728033" rtl="0" eaLnBrk="1" latinLnBrk="0" hangingPunct="1">
        <a:lnSpc>
          <a:spcPct val="90000"/>
        </a:lnSpc>
        <a:spcBef>
          <a:spcPts val="945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3pPr>
      <a:lvl4pPr marL="3024058" indent="-432008" algn="l" defTabSz="1728033" rtl="0" eaLnBrk="1" latinLnBrk="0" hangingPunct="1">
        <a:lnSpc>
          <a:spcPct val="90000"/>
        </a:lnSpc>
        <a:spcBef>
          <a:spcPts val="945"/>
        </a:spcBef>
        <a:buFont typeface="Arial" panose="020B0604020202020204" pitchFamily="34" charset="0"/>
        <a:buChar char="•"/>
        <a:defRPr sz="3402" kern="1200">
          <a:solidFill>
            <a:schemeClr val="tx1"/>
          </a:solidFill>
          <a:latin typeface="+mn-lt"/>
          <a:ea typeface="+mn-ea"/>
          <a:cs typeface="+mn-cs"/>
        </a:defRPr>
      </a:lvl4pPr>
      <a:lvl5pPr marL="3888075" indent="-432008" algn="l" defTabSz="1728033" rtl="0" eaLnBrk="1" latinLnBrk="0" hangingPunct="1">
        <a:lnSpc>
          <a:spcPct val="90000"/>
        </a:lnSpc>
        <a:spcBef>
          <a:spcPts val="945"/>
        </a:spcBef>
        <a:buFont typeface="Arial" panose="020B0604020202020204" pitchFamily="34" charset="0"/>
        <a:buChar char="•"/>
        <a:defRPr sz="3402" kern="1200">
          <a:solidFill>
            <a:schemeClr val="tx1"/>
          </a:solidFill>
          <a:latin typeface="+mn-lt"/>
          <a:ea typeface="+mn-ea"/>
          <a:cs typeface="+mn-cs"/>
        </a:defRPr>
      </a:lvl5pPr>
      <a:lvl6pPr marL="4752091" indent="-432008" algn="l" defTabSz="1728033" rtl="0" eaLnBrk="1" latinLnBrk="0" hangingPunct="1">
        <a:lnSpc>
          <a:spcPct val="90000"/>
        </a:lnSpc>
        <a:spcBef>
          <a:spcPts val="945"/>
        </a:spcBef>
        <a:buFont typeface="Arial" panose="020B0604020202020204" pitchFamily="34" charset="0"/>
        <a:buChar char="•"/>
        <a:defRPr sz="3402" kern="1200">
          <a:solidFill>
            <a:schemeClr val="tx1"/>
          </a:solidFill>
          <a:latin typeface="+mn-lt"/>
          <a:ea typeface="+mn-ea"/>
          <a:cs typeface="+mn-cs"/>
        </a:defRPr>
      </a:lvl6pPr>
      <a:lvl7pPr marL="5616108" indent="-432008" algn="l" defTabSz="1728033" rtl="0" eaLnBrk="1" latinLnBrk="0" hangingPunct="1">
        <a:lnSpc>
          <a:spcPct val="90000"/>
        </a:lnSpc>
        <a:spcBef>
          <a:spcPts val="945"/>
        </a:spcBef>
        <a:buFont typeface="Arial" panose="020B0604020202020204" pitchFamily="34" charset="0"/>
        <a:buChar char="•"/>
        <a:defRPr sz="3402" kern="1200">
          <a:solidFill>
            <a:schemeClr val="tx1"/>
          </a:solidFill>
          <a:latin typeface="+mn-lt"/>
          <a:ea typeface="+mn-ea"/>
          <a:cs typeface="+mn-cs"/>
        </a:defRPr>
      </a:lvl7pPr>
      <a:lvl8pPr marL="6480124" indent="-432008" algn="l" defTabSz="1728033" rtl="0" eaLnBrk="1" latinLnBrk="0" hangingPunct="1">
        <a:lnSpc>
          <a:spcPct val="90000"/>
        </a:lnSpc>
        <a:spcBef>
          <a:spcPts val="945"/>
        </a:spcBef>
        <a:buFont typeface="Arial" panose="020B0604020202020204" pitchFamily="34" charset="0"/>
        <a:buChar char="•"/>
        <a:defRPr sz="3402" kern="1200">
          <a:solidFill>
            <a:schemeClr val="tx1"/>
          </a:solidFill>
          <a:latin typeface="+mn-lt"/>
          <a:ea typeface="+mn-ea"/>
          <a:cs typeface="+mn-cs"/>
        </a:defRPr>
      </a:lvl8pPr>
      <a:lvl9pPr marL="7344141" indent="-432008" algn="l" defTabSz="1728033" rtl="0" eaLnBrk="1" latinLnBrk="0" hangingPunct="1">
        <a:lnSpc>
          <a:spcPct val="90000"/>
        </a:lnSpc>
        <a:spcBef>
          <a:spcPts val="945"/>
        </a:spcBef>
        <a:buFont typeface="Arial" panose="020B0604020202020204" pitchFamily="34" charset="0"/>
        <a:buChar char="•"/>
        <a:defRPr sz="340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728033" rtl="0" eaLnBrk="1" latinLnBrk="0" hangingPunct="1">
        <a:defRPr sz="3402" kern="1200">
          <a:solidFill>
            <a:schemeClr val="tx1"/>
          </a:solidFill>
          <a:latin typeface="+mn-lt"/>
          <a:ea typeface="+mn-ea"/>
          <a:cs typeface="+mn-cs"/>
        </a:defRPr>
      </a:lvl1pPr>
      <a:lvl2pPr marL="864017" algn="l" defTabSz="1728033" rtl="0" eaLnBrk="1" latinLnBrk="0" hangingPunct="1">
        <a:defRPr sz="3402" kern="1200">
          <a:solidFill>
            <a:schemeClr val="tx1"/>
          </a:solidFill>
          <a:latin typeface="+mn-lt"/>
          <a:ea typeface="+mn-ea"/>
          <a:cs typeface="+mn-cs"/>
        </a:defRPr>
      </a:lvl2pPr>
      <a:lvl3pPr marL="1728033" algn="l" defTabSz="1728033" rtl="0" eaLnBrk="1" latinLnBrk="0" hangingPunct="1">
        <a:defRPr sz="3402" kern="1200">
          <a:solidFill>
            <a:schemeClr val="tx1"/>
          </a:solidFill>
          <a:latin typeface="+mn-lt"/>
          <a:ea typeface="+mn-ea"/>
          <a:cs typeface="+mn-cs"/>
        </a:defRPr>
      </a:lvl3pPr>
      <a:lvl4pPr marL="2592050" algn="l" defTabSz="1728033" rtl="0" eaLnBrk="1" latinLnBrk="0" hangingPunct="1">
        <a:defRPr sz="3402" kern="1200">
          <a:solidFill>
            <a:schemeClr val="tx1"/>
          </a:solidFill>
          <a:latin typeface="+mn-lt"/>
          <a:ea typeface="+mn-ea"/>
          <a:cs typeface="+mn-cs"/>
        </a:defRPr>
      </a:lvl4pPr>
      <a:lvl5pPr marL="3456066" algn="l" defTabSz="1728033" rtl="0" eaLnBrk="1" latinLnBrk="0" hangingPunct="1">
        <a:defRPr sz="3402" kern="1200">
          <a:solidFill>
            <a:schemeClr val="tx1"/>
          </a:solidFill>
          <a:latin typeface="+mn-lt"/>
          <a:ea typeface="+mn-ea"/>
          <a:cs typeface="+mn-cs"/>
        </a:defRPr>
      </a:lvl5pPr>
      <a:lvl6pPr marL="4320083" algn="l" defTabSz="1728033" rtl="0" eaLnBrk="1" latinLnBrk="0" hangingPunct="1">
        <a:defRPr sz="3402" kern="1200">
          <a:solidFill>
            <a:schemeClr val="tx1"/>
          </a:solidFill>
          <a:latin typeface="+mn-lt"/>
          <a:ea typeface="+mn-ea"/>
          <a:cs typeface="+mn-cs"/>
        </a:defRPr>
      </a:lvl6pPr>
      <a:lvl7pPr marL="5184099" algn="l" defTabSz="1728033" rtl="0" eaLnBrk="1" latinLnBrk="0" hangingPunct="1">
        <a:defRPr sz="3402" kern="1200">
          <a:solidFill>
            <a:schemeClr val="tx1"/>
          </a:solidFill>
          <a:latin typeface="+mn-lt"/>
          <a:ea typeface="+mn-ea"/>
          <a:cs typeface="+mn-cs"/>
        </a:defRPr>
      </a:lvl7pPr>
      <a:lvl8pPr marL="6048116" algn="l" defTabSz="1728033" rtl="0" eaLnBrk="1" latinLnBrk="0" hangingPunct="1">
        <a:defRPr sz="3402" kern="1200">
          <a:solidFill>
            <a:schemeClr val="tx1"/>
          </a:solidFill>
          <a:latin typeface="+mn-lt"/>
          <a:ea typeface="+mn-ea"/>
          <a:cs typeface="+mn-cs"/>
        </a:defRPr>
      </a:lvl8pPr>
      <a:lvl9pPr marL="6912132" algn="l" defTabSz="1728033" rtl="0" eaLnBrk="1" latinLnBrk="0" hangingPunct="1">
        <a:defRPr sz="340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13" Type="http://schemas.openxmlformats.org/officeDocument/2006/relationships/image" Target="../media/image11.jpg"/><Relationship Id="rId18" Type="http://schemas.openxmlformats.org/officeDocument/2006/relationships/image" Target="../media/image16.jpg"/><Relationship Id="rId26" Type="http://schemas.openxmlformats.org/officeDocument/2006/relationships/image" Target="../media/image24.jpg"/><Relationship Id="rId3" Type="http://schemas.openxmlformats.org/officeDocument/2006/relationships/image" Target="../media/image1.jpg"/><Relationship Id="rId21" Type="http://schemas.openxmlformats.org/officeDocument/2006/relationships/image" Target="../media/image19.jpg"/><Relationship Id="rId7" Type="http://schemas.openxmlformats.org/officeDocument/2006/relationships/image" Target="../media/image5.jpg"/><Relationship Id="rId12" Type="http://schemas.openxmlformats.org/officeDocument/2006/relationships/image" Target="../media/image10.jpg"/><Relationship Id="rId17" Type="http://schemas.openxmlformats.org/officeDocument/2006/relationships/image" Target="../media/image15.jpeg"/><Relationship Id="rId25" Type="http://schemas.openxmlformats.org/officeDocument/2006/relationships/image" Target="../media/image23.jp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jpg"/><Relationship Id="rId20" Type="http://schemas.openxmlformats.org/officeDocument/2006/relationships/image" Target="../media/image18.jpeg"/><Relationship Id="rId29" Type="http://schemas.openxmlformats.org/officeDocument/2006/relationships/image" Target="../media/image2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jpg"/><Relationship Id="rId24" Type="http://schemas.openxmlformats.org/officeDocument/2006/relationships/image" Target="../media/image22.jpg"/><Relationship Id="rId32" Type="http://schemas.openxmlformats.org/officeDocument/2006/relationships/image" Target="../media/image28.jpg"/><Relationship Id="rId5" Type="http://schemas.openxmlformats.org/officeDocument/2006/relationships/image" Target="../media/image3.svg"/><Relationship Id="rId15" Type="http://schemas.openxmlformats.org/officeDocument/2006/relationships/image" Target="../media/image13.jpeg"/><Relationship Id="rId23" Type="http://schemas.openxmlformats.org/officeDocument/2006/relationships/image" Target="../media/image21.jpg"/><Relationship Id="rId28" Type="http://schemas.openxmlformats.org/officeDocument/2006/relationships/hyperlink" Target="https://creativecommons.org/licenses/by-sa/3.0/" TargetMode="External"/><Relationship Id="rId10" Type="http://schemas.openxmlformats.org/officeDocument/2006/relationships/image" Target="../media/image8.jpg"/><Relationship Id="rId19" Type="http://schemas.openxmlformats.org/officeDocument/2006/relationships/image" Target="../media/image17.jpg"/><Relationship Id="rId31" Type="http://schemas.openxmlformats.org/officeDocument/2006/relationships/image" Target="../media/image27.jpg"/><Relationship Id="rId4" Type="http://schemas.openxmlformats.org/officeDocument/2006/relationships/image" Target="../media/image2.png"/><Relationship Id="rId9" Type="http://schemas.openxmlformats.org/officeDocument/2006/relationships/image" Target="../media/image7.jpg"/><Relationship Id="rId14" Type="http://schemas.openxmlformats.org/officeDocument/2006/relationships/image" Target="../media/image12.jpg"/><Relationship Id="rId22" Type="http://schemas.openxmlformats.org/officeDocument/2006/relationships/image" Target="../media/image20.jpg"/><Relationship Id="rId27" Type="http://schemas.openxmlformats.org/officeDocument/2006/relationships/hyperlink" Target="https://fi.wikipedia.org/wiki/Tansania" TargetMode="External"/><Relationship Id="rId30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rafik 16">
            <a:extLst>
              <a:ext uri="{FF2B5EF4-FFF2-40B4-BE49-F238E27FC236}">
                <a16:creationId xmlns:a16="http://schemas.microsoft.com/office/drawing/2014/main" id="{DC10E89E-8C80-75FD-F5E6-31CB81547DD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61" t="11529" r="961" b="32955"/>
          <a:stretch>
            <a:fillRect/>
          </a:stretch>
        </p:blipFill>
        <p:spPr>
          <a:xfrm>
            <a:off x="-162833" y="0"/>
            <a:ext cx="17509067" cy="12960350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57AF3AC8-5631-4469-CDE6-10E976A505B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0629" y="11118987"/>
            <a:ext cx="1525127" cy="152512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</p:pic>
      <p:sp>
        <p:nvSpPr>
          <p:cNvPr id="26" name="Textfeld 25">
            <a:extLst>
              <a:ext uri="{FF2B5EF4-FFF2-40B4-BE49-F238E27FC236}">
                <a16:creationId xmlns:a16="http://schemas.microsoft.com/office/drawing/2014/main" id="{90B76C43-DCD2-F5E1-55BE-2E43E4F6F005}"/>
              </a:ext>
            </a:extLst>
          </p:cNvPr>
          <p:cNvSpPr txBox="1"/>
          <p:nvPr/>
        </p:nvSpPr>
        <p:spPr>
          <a:xfrm>
            <a:off x="1231359" y="9103465"/>
            <a:ext cx="465165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3600" b="1" dirty="0">
                <a:ln w="28575">
                  <a:solidFill>
                    <a:srgbClr val="305164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umble" panose="02000503000000020004" pitchFamily="2" charset="0"/>
              </a:rPr>
              <a:t>Schöne</a:t>
            </a:r>
            <a:r>
              <a:rPr lang="de-DE" sz="3600" b="1" dirty="0">
                <a:ln w="28575">
                  <a:solidFill>
                    <a:srgbClr val="305164"/>
                  </a:solidFill>
                </a:ln>
                <a:solidFill>
                  <a:srgbClr val="1416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umble" panose="02000503000000020004" pitchFamily="2" charset="0"/>
              </a:rPr>
              <a:t> </a:t>
            </a:r>
            <a:r>
              <a:rPr lang="de-DE" sz="3600" b="1" dirty="0">
                <a:ln w="28575">
                  <a:solidFill>
                    <a:srgbClr val="305164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umble" panose="02000503000000020004" pitchFamily="2" charset="0"/>
              </a:rPr>
              <a:t>Adventszeit</a:t>
            </a:r>
          </a:p>
          <a:p>
            <a:r>
              <a:rPr lang="de-DE" sz="3600" b="1" dirty="0">
                <a:ln w="28575">
                  <a:solidFill>
                    <a:srgbClr val="305164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umble" panose="02000503000000020004" pitchFamily="2" charset="0"/>
              </a:rPr>
              <a:t>2026</a:t>
            </a:r>
            <a:endParaRPr lang="de-DE" sz="3600" dirty="0">
              <a:ln w="28575">
                <a:solidFill>
                  <a:srgbClr val="305164"/>
                </a:solidFill>
              </a:ln>
              <a:solidFill>
                <a:schemeClr val="bg1"/>
              </a:solidFill>
              <a:latin typeface="Jumble" panose="02000503000000020004" pitchFamily="2" charset="0"/>
            </a:endParaRPr>
          </a:p>
        </p:txBody>
      </p:sp>
      <p:pic>
        <p:nvPicPr>
          <p:cNvPr id="29" name="Grafik 28" descr="Schneeflocke mit einfarbiger Füllung">
            <a:extLst>
              <a:ext uri="{FF2B5EF4-FFF2-40B4-BE49-F238E27FC236}">
                <a16:creationId xmlns:a16="http://schemas.microsoft.com/office/drawing/2014/main" id="{9D8583D5-BB6F-2E41-DDAF-76DDDB14BC6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8981630"/>
            <a:ext cx="1385485" cy="1385485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CE5C03C9-C55C-FEA7-8A7C-F1FEA2E9353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568113" y="600075"/>
            <a:ext cx="1899580" cy="2532772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E46BFDE6-D7A2-5779-82D9-9FCF20F037D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03" r="18971"/>
          <a:stretch>
            <a:fillRect/>
          </a:stretch>
        </p:blipFill>
        <p:spPr>
          <a:xfrm>
            <a:off x="8059984" y="1183895"/>
            <a:ext cx="2075336" cy="2680389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C8EC3E1B-C152-AF6D-ECBC-BA1FD4F7DF7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8056" y="1204527"/>
            <a:ext cx="2892827" cy="2169620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</p:pic>
      <p:pic>
        <p:nvPicPr>
          <p:cNvPr id="19" name="Grafik 18">
            <a:extLst>
              <a:ext uri="{FF2B5EF4-FFF2-40B4-BE49-F238E27FC236}">
                <a16:creationId xmlns:a16="http://schemas.microsoft.com/office/drawing/2014/main" id="{454A7441-C71F-D322-8167-AF69FD75C59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894" y="1039219"/>
            <a:ext cx="2010291" cy="2680388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D3B484EF-74B1-9E4E-AC86-29DE5331C5A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919"/>
          <a:stretch>
            <a:fillRect/>
          </a:stretch>
        </p:blipFill>
        <p:spPr>
          <a:xfrm>
            <a:off x="14958580" y="3351045"/>
            <a:ext cx="1774039" cy="2845697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BD576854-2128-F2A9-CE92-D515CDF49C1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851" y="3899138"/>
            <a:ext cx="2152550" cy="2870066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892E314F-A6E2-A8EF-F90D-A968B949CA8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8237" y="4609097"/>
            <a:ext cx="2612362" cy="1959271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</p:pic>
      <p:pic>
        <p:nvPicPr>
          <p:cNvPr id="20" name="Grafik 19">
            <a:extLst>
              <a:ext uri="{FF2B5EF4-FFF2-40B4-BE49-F238E27FC236}">
                <a16:creationId xmlns:a16="http://schemas.microsoft.com/office/drawing/2014/main" id="{09EBF82F-F164-86E7-05BE-4D58CD223F9E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9780" y="2422241"/>
            <a:ext cx="2530975" cy="1898232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</p:pic>
      <p:pic>
        <p:nvPicPr>
          <p:cNvPr id="22" name="Grafik 21">
            <a:extLst>
              <a:ext uri="{FF2B5EF4-FFF2-40B4-BE49-F238E27FC236}">
                <a16:creationId xmlns:a16="http://schemas.microsoft.com/office/drawing/2014/main" id="{556C0806-C415-D99B-2439-1C99B2859E28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038" b="22554"/>
          <a:stretch>
            <a:fillRect/>
          </a:stretch>
        </p:blipFill>
        <p:spPr>
          <a:xfrm>
            <a:off x="9281844" y="4099829"/>
            <a:ext cx="2890918" cy="2405555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</p:pic>
      <p:pic>
        <p:nvPicPr>
          <p:cNvPr id="24" name="Grafik 23">
            <a:extLst>
              <a:ext uri="{FF2B5EF4-FFF2-40B4-BE49-F238E27FC236}">
                <a16:creationId xmlns:a16="http://schemas.microsoft.com/office/drawing/2014/main" id="{5EB0CEAE-236E-A9E2-54C0-B67244854E35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2680" y="1754552"/>
            <a:ext cx="2010292" cy="2680389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</p:pic>
      <p:pic>
        <p:nvPicPr>
          <p:cNvPr id="27" name="Grafik 26">
            <a:extLst>
              <a:ext uri="{FF2B5EF4-FFF2-40B4-BE49-F238E27FC236}">
                <a16:creationId xmlns:a16="http://schemas.microsoft.com/office/drawing/2014/main" id="{70C0E932-6E13-D9BD-1424-89BECE47AF92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355"/>
          <a:stretch>
            <a:fillRect/>
          </a:stretch>
        </p:blipFill>
        <p:spPr>
          <a:xfrm>
            <a:off x="6028221" y="4480269"/>
            <a:ext cx="2611748" cy="2355642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</p:pic>
      <p:pic>
        <p:nvPicPr>
          <p:cNvPr id="30" name="Grafik 29">
            <a:extLst>
              <a:ext uri="{FF2B5EF4-FFF2-40B4-BE49-F238E27FC236}">
                <a16:creationId xmlns:a16="http://schemas.microsoft.com/office/drawing/2014/main" id="{A357C826-B42D-C9F7-51BD-78663057E1CF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5467387" y="8436664"/>
            <a:ext cx="1727198" cy="2302931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</p:pic>
      <p:pic>
        <p:nvPicPr>
          <p:cNvPr id="32" name="Grafik 31">
            <a:extLst>
              <a:ext uri="{FF2B5EF4-FFF2-40B4-BE49-F238E27FC236}">
                <a16:creationId xmlns:a16="http://schemas.microsoft.com/office/drawing/2014/main" id="{27A7ACC2-4A21-5E15-264A-AAC1E9B1BC60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3548497" y="8454237"/>
            <a:ext cx="1727197" cy="2302930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</p:pic>
      <p:pic>
        <p:nvPicPr>
          <p:cNvPr id="34" name="Grafik 33">
            <a:extLst>
              <a:ext uri="{FF2B5EF4-FFF2-40B4-BE49-F238E27FC236}">
                <a16:creationId xmlns:a16="http://schemas.microsoft.com/office/drawing/2014/main" id="{156EF03D-4FC0-F37E-6F42-5C8C6D32B7DB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393" y="6402685"/>
            <a:ext cx="2890918" cy="1927280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</p:pic>
      <p:pic>
        <p:nvPicPr>
          <p:cNvPr id="36" name="Grafik 35">
            <a:extLst>
              <a:ext uri="{FF2B5EF4-FFF2-40B4-BE49-F238E27FC236}">
                <a16:creationId xmlns:a16="http://schemas.microsoft.com/office/drawing/2014/main" id="{CA59A003-AFBC-28A4-84AC-1F4076444FA2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9991" y="9726161"/>
            <a:ext cx="2281234" cy="3041645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</p:pic>
      <p:pic>
        <p:nvPicPr>
          <p:cNvPr id="38" name="Grafik 37">
            <a:extLst>
              <a:ext uri="{FF2B5EF4-FFF2-40B4-BE49-F238E27FC236}">
                <a16:creationId xmlns:a16="http://schemas.microsoft.com/office/drawing/2014/main" id="{436F870F-8E91-6B5A-7713-0D1BD1A28573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3547" y="10560778"/>
            <a:ext cx="3096415" cy="2064278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</p:pic>
      <p:pic>
        <p:nvPicPr>
          <p:cNvPr id="40" name="Grafik 39">
            <a:extLst>
              <a:ext uri="{FF2B5EF4-FFF2-40B4-BE49-F238E27FC236}">
                <a16:creationId xmlns:a16="http://schemas.microsoft.com/office/drawing/2014/main" id="{9996570A-87EC-57C0-7811-D242C16F4072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266" b="14739"/>
          <a:stretch>
            <a:fillRect/>
          </a:stretch>
        </p:blipFill>
        <p:spPr>
          <a:xfrm>
            <a:off x="10721655" y="10011989"/>
            <a:ext cx="2635149" cy="1932238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</p:pic>
      <p:pic>
        <p:nvPicPr>
          <p:cNvPr id="44" name="Grafik 43">
            <a:extLst>
              <a:ext uri="{FF2B5EF4-FFF2-40B4-BE49-F238E27FC236}">
                <a16:creationId xmlns:a16="http://schemas.microsoft.com/office/drawing/2014/main" id="{427BCCC0-146C-69CF-DE64-033BBCA7A560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3692100" y="10895120"/>
            <a:ext cx="2890917" cy="1927277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</p:pic>
      <p:pic>
        <p:nvPicPr>
          <p:cNvPr id="46" name="Grafik 45">
            <a:extLst>
              <a:ext uri="{FF2B5EF4-FFF2-40B4-BE49-F238E27FC236}">
                <a16:creationId xmlns:a16="http://schemas.microsoft.com/office/drawing/2014/main" id="{0ECE96AD-EFC0-6707-FE02-BD34782169D8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3290" y="10419820"/>
            <a:ext cx="2319167" cy="1739376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</p:pic>
      <p:pic>
        <p:nvPicPr>
          <p:cNvPr id="48" name="Grafik 47">
            <a:extLst>
              <a:ext uri="{FF2B5EF4-FFF2-40B4-BE49-F238E27FC236}">
                <a16:creationId xmlns:a16="http://schemas.microsoft.com/office/drawing/2014/main" id="{7C99FC60-53A9-7914-B349-EEE14830228F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1622" y="6897526"/>
            <a:ext cx="2635149" cy="1976362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</p:pic>
      <p:pic>
        <p:nvPicPr>
          <p:cNvPr id="50" name="Grafik 49">
            <a:extLst>
              <a:ext uri="{FF2B5EF4-FFF2-40B4-BE49-F238E27FC236}">
                <a16:creationId xmlns:a16="http://schemas.microsoft.com/office/drawing/2014/main" id="{29E84B17-A2D6-A345-6769-C89048B8716D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33" y="7019551"/>
            <a:ext cx="2569703" cy="1927277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897DB717-87C3-CA61-F583-9BFDF10B6ADB}"/>
              </a:ext>
            </a:extLst>
          </p:cNvPr>
          <p:cNvSpPr txBox="1"/>
          <p:nvPr/>
        </p:nvSpPr>
        <p:spPr>
          <a:xfrm>
            <a:off x="7449344" y="7275512"/>
            <a:ext cx="2381250" cy="369332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r>
              <a:rPr lang="de-DE" sz="900"/>
              <a:t>"</a:t>
            </a:r>
            <a:r>
              <a:rPr lang="de-DE" sz="900">
                <a:hlinkClick r:id="rId27" tooltip="https://fi.wikipedia.org/wiki/Tansania"/>
              </a:rPr>
              <a:t>Dieses Foto</a:t>
            </a:r>
            <a:r>
              <a:rPr lang="de-DE" sz="900"/>
              <a:t>" von Unbekannter Autor ist lizenziert gemäß </a:t>
            </a:r>
            <a:r>
              <a:rPr lang="de-DE" sz="900">
                <a:hlinkClick r:id="rId28" tooltip="https://creativecommons.org/licenses/by-sa/3.0/"/>
              </a:rPr>
              <a:t>CC BY-SA</a:t>
            </a:r>
            <a:endParaRPr lang="de-DE" sz="90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5FBFA9A9-F7C1-7195-E789-1063F9647F16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01" t="27922" r="11757" b="202"/>
          <a:stretch>
            <a:fillRect/>
          </a:stretch>
        </p:blipFill>
        <p:spPr>
          <a:xfrm>
            <a:off x="12548824" y="3449314"/>
            <a:ext cx="1999345" cy="2853728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FBC1266F-E94B-58CE-1696-863C032E70D2}"/>
              </a:ext>
            </a:extLst>
          </p:cNvPr>
          <p:cNvSpPr txBox="1"/>
          <p:nvPr/>
        </p:nvSpPr>
        <p:spPr>
          <a:xfrm>
            <a:off x="12755621" y="5735077"/>
            <a:ext cx="15848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>
                <a:ln w="28575">
                  <a:solidFill>
                    <a:srgbClr val="305164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umble" panose="02000503000000020004" pitchFamily="2" charset="0"/>
              </a:rPr>
              <a:t>03:47:08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B07CF5E5-B236-60BF-6DD8-6B1F4ECEE5AA}"/>
              </a:ext>
            </a:extLst>
          </p:cNvPr>
          <p:cNvSpPr txBox="1"/>
          <p:nvPr/>
        </p:nvSpPr>
        <p:spPr>
          <a:xfrm>
            <a:off x="120628" y="51699"/>
            <a:ext cx="48543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800" b="1" dirty="0">
                <a:ln w="28575">
                  <a:solidFill>
                    <a:srgbClr val="305164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umble" panose="02000503000000020004" pitchFamily="2" charset="0"/>
              </a:rPr>
              <a:t>Kilimanjaro</a:t>
            </a:r>
            <a:r>
              <a:rPr lang="de-DE" sz="2000" b="1" dirty="0">
                <a:ln w="28575">
                  <a:solidFill>
                    <a:srgbClr val="305164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umble" panose="02000503000000020004" pitchFamily="2" charset="0"/>
              </a:rPr>
              <a:t> – 5.895m </a:t>
            </a:r>
            <a:endParaRPr lang="de-DE" sz="2000" dirty="0">
              <a:ln w="28575">
                <a:solidFill>
                  <a:srgbClr val="305164"/>
                </a:solidFill>
              </a:ln>
              <a:solidFill>
                <a:schemeClr val="bg1"/>
              </a:solidFill>
              <a:latin typeface="Jumble" panose="02000503000000020004" pitchFamily="2" charset="0"/>
            </a:endParaRPr>
          </a:p>
        </p:txBody>
      </p:sp>
      <p:cxnSp>
        <p:nvCxnSpPr>
          <p:cNvPr id="21" name="Gerader Verbinder 20">
            <a:extLst>
              <a:ext uri="{FF2B5EF4-FFF2-40B4-BE49-F238E27FC236}">
                <a16:creationId xmlns:a16="http://schemas.microsoft.com/office/drawing/2014/main" id="{6DC791BF-0778-9EAD-0117-BAC3D249E1D1}"/>
              </a:ext>
            </a:extLst>
          </p:cNvPr>
          <p:cNvCxnSpPr/>
          <p:nvPr/>
        </p:nvCxnSpPr>
        <p:spPr>
          <a:xfrm flipH="1">
            <a:off x="218661" y="407504"/>
            <a:ext cx="629146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feld 24">
            <a:extLst>
              <a:ext uri="{FF2B5EF4-FFF2-40B4-BE49-F238E27FC236}">
                <a16:creationId xmlns:a16="http://schemas.microsoft.com/office/drawing/2014/main" id="{9F10AD10-7D52-3337-B645-BEC5C70A1292}"/>
              </a:ext>
            </a:extLst>
          </p:cNvPr>
          <p:cNvSpPr txBox="1"/>
          <p:nvPr/>
        </p:nvSpPr>
        <p:spPr>
          <a:xfrm>
            <a:off x="12692426" y="10558273"/>
            <a:ext cx="199934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3600" b="1" dirty="0">
                <a:ln w="28575">
                  <a:solidFill>
                    <a:srgbClr val="543F3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umble" panose="02000503000000020004" pitchFamily="2" charset="0"/>
              </a:rPr>
              <a:t>Big Five</a:t>
            </a:r>
            <a:endParaRPr lang="de-DE" sz="3600" dirty="0">
              <a:ln w="28575">
                <a:solidFill>
                  <a:srgbClr val="543F30"/>
                </a:solidFill>
              </a:ln>
              <a:solidFill>
                <a:schemeClr val="bg1"/>
              </a:solidFill>
              <a:latin typeface="Jumble" panose="02000503000000020004" pitchFamily="2" charset="0"/>
            </a:endParaRPr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2D537371-26E0-1DD3-AD1E-D6AF7A7B9F57}"/>
              </a:ext>
            </a:extLst>
          </p:cNvPr>
          <p:cNvPicPr>
            <a:picLocks noChangeAspect="1"/>
          </p:cNvPicPr>
          <p:nvPr/>
        </p:nvPicPr>
        <p:blipFill>
          <a:blip r:embed="rId30"/>
          <a:srcRect b="10270"/>
          <a:stretch>
            <a:fillRect/>
          </a:stretch>
        </p:blipFill>
        <p:spPr>
          <a:xfrm>
            <a:off x="15467387" y="599638"/>
            <a:ext cx="1727198" cy="1703538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</p:pic>
      <p:pic>
        <p:nvPicPr>
          <p:cNvPr id="35" name="Grafik 34">
            <a:extLst>
              <a:ext uri="{FF2B5EF4-FFF2-40B4-BE49-F238E27FC236}">
                <a16:creationId xmlns:a16="http://schemas.microsoft.com/office/drawing/2014/main" id="{7C420C61-5421-9388-DBF0-0B89640C4265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263" t="38141" r="12368" b="21121"/>
          <a:stretch>
            <a:fillRect/>
          </a:stretch>
        </p:blipFill>
        <p:spPr>
          <a:xfrm>
            <a:off x="15327574" y="10978108"/>
            <a:ext cx="1149563" cy="940827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</p:pic>
      <p:pic>
        <p:nvPicPr>
          <p:cNvPr id="39" name="Grafik 38">
            <a:extLst>
              <a:ext uri="{FF2B5EF4-FFF2-40B4-BE49-F238E27FC236}">
                <a16:creationId xmlns:a16="http://schemas.microsoft.com/office/drawing/2014/main" id="{225C8401-99FF-2FA7-6522-B3DF3B3298CF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811" t="54775" r="28979" b="25599"/>
          <a:stretch>
            <a:fillRect/>
          </a:stretch>
        </p:blipFill>
        <p:spPr>
          <a:xfrm>
            <a:off x="10801180" y="10118139"/>
            <a:ext cx="822549" cy="712521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</p:pic>
    </p:spTree>
    <p:extLst>
      <p:ext uri="{BB962C8B-B14F-4D97-AF65-F5344CB8AC3E}">
        <p14:creationId xmlns:p14="http://schemas.microsoft.com/office/powerpoint/2010/main" val="11286706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2">
    <wetp:webextensionref xmlns:r="http://schemas.openxmlformats.org/officeDocument/2006/relationships" r:id="rId1"/>
  </wetp:taskpane>
  <wetp:taskpane dockstate="right" visibility="0" width="350" row="4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5E5A9B9E-E1EA-407C-B8F3-A443DA5F9FB9}">
  <we:reference id="wa200003220" version="1.0.0.0" store="de-DE" storeType="OMEX"/>
  <we:alternateReferences>
    <we:reference id="wa200003220" version="1.0.0.0" store="wa200003220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16ED59F6-4201-4721-9114-FEB9743855C8}">
  <we:reference id="wa200002492" version="1.0.0.3" store="de-DE" storeType="OMEX"/>
  <we:alternateReferences>
    <we:reference id="wa200002492" version="1.0.0.3" store="wa200002492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22</Words>
  <Application>Microsoft Office PowerPoint</Application>
  <PresentationFormat>Benutzerdefiniert</PresentationFormat>
  <Paragraphs>7</Paragraphs>
  <Slides>1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Jumble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 Mandel</dc:creator>
  <cp:lastModifiedBy>Chris Mandel</cp:lastModifiedBy>
  <cp:revision>1</cp:revision>
  <cp:lastPrinted>2025-11-16T17:22:10Z</cp:lastPrinted>
  <dcterms:created xsi:type="dcterms:W3CDTF">2025-11-07T17:06:49Z</dcterms:created>
  <dcterms:modified xsi:type="dcterms:W3CDTF">2026-10-19T08:40:05Z</dcterms:modified>
</cp:coreProperties>
</file>